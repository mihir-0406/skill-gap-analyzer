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827F0-E586-4F5A-9498-54509A095C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7718B-56D1-4F3F-8459-6C56FC55C87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398" y="1324599"/>
            <a:ext cx="9144000" cy="2059536"/>
          </a:xfrm>
        </p:spPr>
        <p:txBody>
          <a:bodyPr>
            <a:normAutofit/>
          </a:bodyPr>
          <a:lstStyle/>
          <a:p>
            <a:r>
              <a:rPr lang="en-US" b="1" dirty="0" smtClean="0"/>
              <a:t>LAB- 5</a:t>
            </a:r>
            <a:br>
              <a:rPr lang="en-US" b="1" dirty="0" smtClean="0"/>
            </a:br>
            <a:r>
              <a:rPr lang="en-US" sz="2800" dirty="0"/>
              <a:t>Agile Software Development and </a:t>
            </a:r>
            <a:r>
              <a:rPr lang="en-US" sz="2800" dirty="0" err="1" smtClean="0"/>
              <a:t>DevOps</a:t>
            </a:r>
            <a:r>
              <a:rPr lang="en-US" sz="2800" dirty="0" smtClean="0"/>
              <a:t> (</a:t>
            </a:r>
            <a:r>
              <a:rPr lang="en-US" sz="2800" dirty="0" smtClean="0"/>
              <a:t>ECSCI24304</a:t>
            </a:r>
            <a:r>
              <a:rPr lang="en-US" sz="2800" b="1" dirty="0" smtClean="0">
                <a:effectLst/>
              </a:rPr>
              <a:t>)	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797" y="4007978"/>
            <a:ext cx="11981203" cy="2777384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Team Name: </a:t>
            </a:r>
            <a:endParaRPr lang="en-IN" sz="2000" dirty="0"/>
          </a:p>
          <a:p>
            <a:r>
              <a:rPr lang="en-US" sz="2000" dirty="0" smtClean="0"/>
              <a:t>Team member 1 name: XYZ (USN no.) </a:t>
            </a:r>
            <a:endParaRPr lang="en-US" sz="2000" dirty="0" smtClean="0"/>
          </a:p>
          <a:p>
            <a:r>
              <a:rPr lang="en-US" sz="2000" dirty="0" smtClean="0"/>
              <a:t>Team member 2 name: ABC (USN no.)</a:t>
            </a:r>
            <a:endParaRPr lang="en-US" sz="2000" dirty="0" smtClean="0"/>
          </a:p>
          <a:p>
            <a:endParaRPr lang="en-US" sz="2000" dirty="0"/>
          </a:p>
          <a:p>
            <a:endParaRPr lang="en-US" dirty="0"/>
          </a:p>
          <a:p>
            <a:r>
              <a:rPr lang="en-US" dirty="0" smtClean="0"/>
              <a:t>									</a:t>
            </a:r>
            <a:r>
              <a:rPr lang="en-US" sz="2000" dirty="0" smtClean="0"/>
              <a:t>Guided by: Faculty name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Text Box 3"/>
          <p:cNvSpPr txBox="1"/>
          <p:nvPr/>
        </p:nvSpPr>
        <p:spPr>
          <a:xfrm>
            <a:off x="6649085" y="1597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1. </a:t>
            </a:r>
            <a:r>
              <a:rPr lang="en-US" altLang="en-US" dirty="0"/>
              <a:t>Stakeholders 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List all the roles who will use your system (e.g., Admin, Faculty, Students, Parents, Management).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Briefly mention what each stakeholder expects from the system.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 </a:t>
            </a:r>
            <a:r>
              <a:rPr lang="en-US" altLang="en-US" dirty="0"/>
              <a:t>UI Requirements &amp; Justifications (Stakeholder-wise)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For </a:t>
            </a:r>
            <a:r>
              <a:rPr lang="en-US" altLang="en-US" sz="2400" b="1" dirty="0"/>
              <a:t>each stakeholder</a:t>
            </a:r>
            <a:r>
              <a:rPr lang="en-US" altLang="en-US" sz="2400" dirty="0"/>
              <a:t>, describe the UI elements they need (dashboard, menus, navigation).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r>
              <a:rPr lang="en-US" altLang="en-US" sz="2400" dirty="0"/>
              <a:t>Justify why those features are important for their role.</a:t>
            </a:r>
            <a:endParaRPr lang="en-US" altLang="en-US" sz="2400" dirty="0"/>
          </a:p>
          <a:p>
            <a:endParaRPr lang="en-US" altLang="en-US" sz="2400" dirty="0"/>
          </a:p>
          <a:p>
            <a:pPr marL="3657600" lvl="8" indent="457200">
              <a:buNone/>
            </a:pPr>
            <a:r>
              <a:rPr lang="en-US" altLang="en-US" sz="2400" dirty="0"/>
              <a:t>           </a:t>
            </a:r>
            <a:r>
              <a:rPr lang="en-US" altLang="en-US" sz="3200" b="1" dirty="0"/>
              <a:t> OR </a:t>
            </a:r>
            <a:endParaRPr lang="en-US" altLang="en-US" sz="3200" b="1" dirty="0"/>
          </a:p>
          <a:p>
            <a:pPr marL="3657600" lvl="8" indent="457200">
              <a:buNone/>
            </a:pPr>
            <a:endParaRPr lang="en-US" altLang="en-US" sz="3200" b="1" dirty="0"/>
          </a:p>
          <a:p>
            <a:r>
              <a:rPr lang="en-US" altLang="en-US" sz="2400" dirty="0"/>
              <a:t>For each stakeholder, insert a screenshot of the relevant dashboard or menu, then explain why it fits that role.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dirty="0"/>
              <a:t>3. </a:t>
            </a:r>
            <a:r>
              <a:rPr lang="en-US" altLang="en-US" dirty="0"/>
              <a:t>UI Layout Recommendations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Give an overview of your system’s layout (dashboard, navigation flow, color scheme).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Explain how the layout supports usability and accessibility.</a:t>
            </a: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  					</a:t>
            </a:r>
            <a:endParaRPr lang="en-US" altLang="en-US" sz="2400" dirty="0"/>
          </a:p>
          <a:p>
            <a:pPr marL="3657600" lvl="8" indent="457200" algn="l">
              <a:buNone/>
            </a:pPr>
            <a:r>
              <a:rPr lang="en-US" altLang="en-US" sz="2400" dirty="0"/>
              <a:t>       </a:t>
            </a:r>
            <a:r>
              <a:rPr lang="en-US" altLang="en-US" sz="3200" b="1" dirty="0"/>
              <a:t> OR</a:t>
            </a:r>
            <a:endParaRPr lang="en-US" altLang="en-US" sz="3200" b="1" dirty="0"/>
          </a:p>
          <a:p>
            <a:endParaRPr lang="en-US" altLang="en-US" sz="2400" dirty="0"/>
          </a:p>
          <a:p>
            <a:r>
              <a:rPr lang="en-US" altLang="en-US" sz="2400" dirty="0"/>
              <a:t>Show the overall navigation flow or homepage layout screenshot.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dirty="0"/>
              <a:t>4(A) </a:t>
            </a:r>
            <a:r>
              <a:rPr lang="en-US" altLang="en-US" dirty="0"/>
              <a:t>Interface Evaluation Questionnaire</a:t>
            </a:r>
            <a:endParaRPr lang="en-US" alt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838835" y="1690370"/>
            <a:ext cx="10515600" cy="476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Insert 20 generic questions to test usability, navigation, clarity, and interactivity.</a:t>
            </a:r>
            <a:endParaRPr lang="en-US" altLang="en-US" sz="2400"/>
          </a:p>
          <a:p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Keep them role-neutral so they apply to all stakeholders.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IN" dirty="0"/>
              <a:t>(B) </a:t>
            </a:r>
            <a:r>
              <a:rPr lang="en-US" altLang="en-US" dirty="0"/>
              <a:t>Feedback Collection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838200" y="1295400"/>
            <a:ext cx="10514965" cy="5017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Mention that 10 classmates filled the questionnaire.</a:t>
            </a:r>
            <a:endParaRPr lang="en-US" altLang="en-US" sz="2400"/>
          </a:p>
          <a:p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Assign each classmate a stakeholder role and collect responses separately.</a:t>
            </a:r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dirty="0"/>
              <a:t>(C) </a:t>
            </a:r>
            <a:r>
              <a:rPr lang="en-US" altLang="en-US" dirty="0"/>
              <a:t>Summary of Results</a:t>
            </a:r>
            <a:endParaRPr lang="en-US" alt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838835" y="1517015"/>
            <a:ext cx="10514965" cy="4835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/>
              <a:t>Features Required:</a:t>
            </a: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    List features that users liked or requested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/>
              <a:t>What Should Not Be Done:</a:t>
            </a:r>
            <a:endParaRPr lang="en-US" altLang="en-US" sz="2400" b="1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     List features that users disliked or found confusing</a:t>
            </a:r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/>
          <p:nvPr>
            <p:ph type="title"/>
          </p:nvPr>
        </p:nvSpPr>
        <p:spPr/>
        <p:txBody>
          <a:bodyPr/>
          <a:p>
            <a:r>
              <a:rPr lang="en-US"/>
              <a:t>5. </a:t>
            </a:r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838200" y="1691005"/>
            <a:ext cx="10515600" cy="4745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Summarize how stakeholder validation improved your UI design.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Highlight Agile/DevOps principle of iterative improvement.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833" y="2808391"/>
            <a:ext cx="10886630" cy="147305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 smtClean="0"/>
              <a:t>Thank you</a:t>
            </a:r>
            <a:endParaRPr lang="en-IN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1562</Words>
  <Application>WPS Presentation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LAB- 2 Agile Software Development and DevOps (ECSCI24304)	</vt:lpstr>
      <vt:lpstr>1. Selected Domain</vt:lpstr>
      <vt:lpstr>1.1 Justification for Domain Selection</vt:lpstr>
      <vt:lpstr>2. Finalized Work Product</vt:lpstr>
      <vt:lpstr>2.1 Product Description</vt:lpstr>
      <vt:lpstr>2.2 Problem Statement</vt:lpstr>
      <vt:lpstr>2.3 Utility</vt:lpstr>
      <vt:lpstr>2.4 Stakeholders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LAB- 2</dc:title>
  <dc:creator>Microsoft account</dc:creator>
  <cp:lastModifiedBy>Himani Prajapati</cp:lastModifiedBy>
  <cp:revision>19</cp:revision>
  <dcterms:created xsi:type="dcterms:W3CDTF">2026-01-10T04:34:00Z</dcterms:created>
  <dcterms:modified xsi:type="dcterms:W3CDTF">2026-03-22T04:04:49Z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B686AD98ED1E4B17B5ACB205B10F8B79_13</vt:lpwstr>
  </property>
  <property fmtid="{D5CDD505-2E9C-101B-9397-08002B2CF9AE}" pid="3" name="KSOProductBuildVer">
    <vt:lpwstr>1033-12.1.0.25830</vt:lpwstr>
  </property>
</Properties>
</file>