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3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827F0-E586-4F5A-9498-54509A095CC9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7718B-56D1-4F3F-8459-6C56FC55C8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5986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827F0-E586-4F5A-9498-54509A095CC9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7718B-56D1-4F3F-8459-6C56FC55C8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5237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827F0-E586-4F5A-9498-54509A095CC9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7718B-56D1-4F3F-8459-6C56FC55C8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418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827F0-E586-4F5A-9498-54509A095CC9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7718B-56D1-4F3F-8459-6C56FC55C8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3479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827F0-E586-4F5A-9498-54509A095CC9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7718B-56D1-4F3F-8459-6C56FC55C8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0752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827F0-E586-4F5A-9498-54509A095CC9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7718B-56D1-4F3F-8459-6C56FC55C8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4327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827F0-E586-4F5A-9498-54509A095CC9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7718B-56D1-4F3F-8459-6C56FC55C8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5244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827F0-E586-4F5A-9498-54509A095CC9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7718B-56D1-4F3F-8459-6C56FC55C8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7455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827F0-E586-4F5A-9498-54509A095CC9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7718B-56D1-4F3F-8459-6C56FC55C8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1710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827F0-E586-4F5A-9498-54509A095CC9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7718B-56D1-4F3F-8459-6C56FC55C8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491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827F0-E586-4F5A-9498-54509A095CC9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7718B-56D1-4F3F-8459-6C56FC55C8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3559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1827F0-E586-4F5A-9498-54509A095CC9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87718B-56D1-4F3F-8459-6C56FC55C8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8070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398" y="1324599"/>
            <a:ext cx="9144000" cy="2059536"/>
          </a:xfrm>
        </p:spPr>
        <p:txBody>
          <a:bodyPr>
            <a:normAutofit/>
          </a:bodyPr>
          <a:lstStyle/>
          <a:p>
            <a:r>
              <a:rPr lang="en-US" b="1" dirty="0" smtClean="0"/>
              <a:t>LAB- 2</a:t>
            </a:r>
            <a:br>
              <a:rPr lang="en-US" b="1" dirty="0" smtClean="0"/>
            </a:br>
            <a:r>
              <a:rPr lang="en-US" sz="2800" dirty="0"/>
              <a:t>Agile Software Development and </a:t>
            </a:r>
            <a:r>
              <a:rPr lang="en-US" sz="2800" dirty="0" err="1" smtClean="0"/>
              <a:t>DevOps</a:t>
            </a:r>
            <a:r>
              <a:rPr lang="en-US" sz="2800" dirty="0" smtClean="0"/>
              <a:t> (</a:t>
            </a:r>
            <a:r>
              <a:rPr lang="en-US" sz="2800" dirty="0" smtClean="0"/>
              <a:t>ECSCI24304</a:t>
            </a:r>
            <a:r>
              <a:rPr lang="en-US" sz="2800" b="1" dirty="0" smtClean="0">
                <a:effectLst/>
              </a:rPr>
              <a:t>)	</a:t>
            </a:r>
            <a:endParaRPr lang="en-IN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0797" y="4007978"/>
            <a:ext cx="11981203" cy="2777384"/>
          </a:xfrm>
        </p:spPr>
        <p:txBody>
          <a:bodyPr>
            <a:normAutofit/>
          </a:bodyPr>
          <a:lstStyle/>
          <a:p>
            <a:r>
              <a:rPr lang="en-US" sz="2000" dirty="0" smtClean="0"/>
              <a:t>Team Name: </a:t>
            </a:r>
            <a:endParaRPr lang="en-IN" sz="2000" dirty="0"/>
          </a:p>
          <a:p>
            <a:r>
              <a:rPr lang="en-US" sz="2000" dirty="0" smtClean="0"/>
              <a:t>Team member 1 name: XYZ (USN no.) </a:t>
            </a:r>
          </a:p>
          <a:p>
            <a:r>
              <a:rPr lang="en-US" sz="2000" dirty="0" smtClean="0"/>
              <a:t>Team member 2 name: ABC (USN no.)</a:t>
            </a:r>
          </a:p>
          <a:p>
            <a:endParaRPr lang="en-US" sz="2000" dirty="0"/>
          </a:p>
          <a:p>
            <a:endParaRPr lang="en-US" dirty="0"/>
          </a:p>
          <a:p>
            <a:r>
              <a:rPr lang="en-US" dirty="0" smtClean="0"/>
              <a:t>									</a:t>
            </a:r>
            <a:r>
              <a:rPr lang="en-US" sz="2000" dirty="0" smtClean="0"/>
              <a:t>Guided by: Faculty name</a:t>
            </a:r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504133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 smtClean="0"/>
              <a:t>1. </a:t>
            </a:r>
            <a:r>
              <a:rPr lang="en-IN" dirty="0" smtClean="0"/>
              <a:t>Selected Domain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Domain of Work Chosen by the Team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1731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1.1 </a:t>
            </a:r>
            <a:r>
              <a:rPr lang="en-IN" dirty="0" smtClean="0"/>
              <a:t>Justification for Domain Selection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Reason for Choosing the Domain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295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 </a:t>
            </a:r>
            <a:r>
              <a:rPr lang="en-IN" dirty="0" smtClean="0"/>
              <a:t>Finalized Work Product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Overview of the Software Product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9229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2.1 </a:t>
            </a:r>
            <a:r>
              <a:rPr lang="en-IN" dirty="0" smtClean="0"/>
              <a:t>Product Description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4682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2.2 </a:t>
            </a:r>
            <a:r>
              <a:rPr lang="en-IN" dirty="0" smtClean="0"/>
              <a:t>Problem Statement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2315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2.3 </a:t>
            </a:r>
            <a:r>
              <a:rPr lang="en-IN" dirty="0" smtClean="0"/>
              <a:t>Utility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1062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2.4 </a:t>
            </a:r>
            <a:r>
              <a:rPr lang="en-IN" dirty="0" smtClean="0"/>
              <a:t>Stakeholders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66004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2.5 </a:t>
            </a:r>
            <a:r>
              <a:rPr lang="en-IN" dirty="0" smtClean="0"/>
              <a:t>Marketing Prospects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Market and Business Opportunities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87009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 </a:t>
            </a:r>
            <a:r>
              <a:rPr lang="en-IN" dirty="0" smtClean="0"/>
              <a:t>Agile Roadmap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Software Development Roadmap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55010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3.1 </a:t>
            </a:r>
            <a:r>
              <a:rPr lang="en-IN" dirty="0" smtClean="0"/>
              <a:t>Agile Stages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Stages in Agile Software Process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08883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3.2 </a:t>
            </a:r>
            <a:r>
              <a:rPr lang="en-IN" dirty="0" smtClean="0"/>
              <a:t>Graphical Representation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Agile Development Process Flow Diagram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2373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 </a:t>
            </a:r>
            <a:r>
              <a:rPr lang="en-IN" dirty="0" smtClean="0"/>
              <a:t>Development Risks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Risks in Software Development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95830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4.1 </a:t>
            </a:r>
            <a:r>
              <a:rPr lang="en-IN" dirty="0" smtClean="0"/>
              <a:t>Technical Risks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Technical Challenges and Risks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4511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4.2 </a:t>
            </a:r>
            <a:r>
              <a:rPr lang="en-IN" dirty="0" smtClean="0"/>
              <a:t>Team Dynamics Risks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Team and Collaboration Risks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62427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9833" y="2808391"/>
            <a:ext cx="10886630" cy="1473052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600" dirty="0" smtClean="0"/>
              <a:t>Thank you</a:t>
            </a:r>
            <a:endParaRPr lang="en-IN" sz="6600" dirty="0"/>
          </a:p>
        </p:txBody>
      </p:sp>
    </p:spTree>
    <p:extLst>
      <p:ext uri="{BB962C8B-B14F-4D97-AF65-F5344CB8AC3E}">
        <p14:creationId xmlns:p14="http://schemas.microsoft.com/office/powerpoint/2010/main" val="389243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121</Words>
  <Application>Microsoft Office PowerPoint</Application>
  <PresentationFormat>Widescreen</PresentationFormat>
  <Paragraphs>32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LAB- 2 Agile Software Development and DevOps (ECSCI24304) </vt:lpstr>
      <vt:lpstr>1. Selected Domain</vt:lpstr>
      <vt:lpstr>1.1 Justification for Domain Selection</vt:lpstr>
      <vt:lpstr>2. Finalized Work Product</vt:lpstr>
      <vt:lpstr>2.1 Product Description</vt:lpstr>
      <vt:lpstr>2.2 Problem Statement</vt:lpstr>
      <vt:lpstr>2.3 Utility</vt:lpstr>
      <vt:lpstr>2.4 Stakeholders</vt:lpstr>
      <vt:lpstr>2.5 Marketing Prospects</vt:lpstr>
      <vt:lpstr>3. Agile Roadmap</vt:lpstr>
      <vt:lpstr>3.1 Agile Stages</vt:lpstr>
      <vt:lpstr>3.2 Graphical Representation</vt:lpstr>
      <vt:lpstr>4. Development Risks</vt:lpstr>
      <vt:lpstr>4.1 Technical Risks</vt:lpstr>
      <vt:lpstr>4.2 Team Dynamics Risks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LAB- 2</dc:title>
  <dc:creator>Microsoft account</dc:creator>
  <cp:lastModifiedBy>Microsoft account</cp:lastModifiedBy>
  <cp:revision>11</cp:revision>
  <dcterms:created xsi:type="dcterms:W3CDTF">2026-01-10T04:34:09Z</dcterms:created>
  <dcterms:modified xsi:type="dcterms:W3CDTF">2026-01-10T04:56:59Z</dcterms:modified>
</cp:coreProperties>
</file>